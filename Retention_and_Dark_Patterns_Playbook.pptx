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Retention Playbook of WPS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Persistent Reinstallation Mimics SaaS Retention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Users uninstall WPS repeatedly</a:t>
            </a:r>
          </a:p>
          <a:p>
            <a:r>
              <a:t>- Application reinstalls without explicit consent</a:t>
            </a:r>
          </a:p>
          <a:p>
            <a:r>
              <a:t>- Creates friction but ensures continued visibility</a:t>
            </a:r>
          </a:p>
          <a:p>
            <a:r>
              <a:t>- Analogous to SaaS reactivation 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Technical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Embedded background services trigger reinstall</a:t>
            </a:r>
          </a:p>
          <a:p>
            <a:r>
              <a:t>- Registry entries auto-restore application</a:t>
            </a:r>
          </a:p>
          <a:p>
            <a:r>
              <a:t>- Bundled software agreements allow persistence</a:t>
            </a:r>
          </a:p>
          <a:p>
            <a:r>
              <a:t>- Mirrors SaaS controlled friction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&amp; Marketing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Forced visibility maintains brand awareness</a:t>
            </a:r>
          </a:p>
          <a:p>
            <a:r>
              <a:t>- Psychological lock-in: users tolerate persistence</a:t>
            </a:r>
          </a:p>
          <a:p>
            <a:r>
              <a:t>- Retention by default → 'always available' strategy</a:t>
            </a:r>
          </a:p>
          <a:p>
            <a:r>
              <a:t>- Upselling premium features via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Cross-Industry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SaaS (Salesforce, Dropbox, Slack, Zoom) → retention loops</a:t>
            </a:r>
          </a:p>
          <a:p>
            <a:r>
              <a:t>- Cloud (AWS, Oracle) → usage nudges via soft caps</a:t>
            </a:r>
          </a:p>
          <a:p>
            <a:r>
              <a:t>- Consumer apps → stickiness via reinstall mechanics</a:t>
            </a:r>
          </a:p>
          <a:p>
            <a:r>
              <a:t>- Entrepreneurs → apply persistence ethically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Insights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Insight: Persistence = Retention</a:t>
            </a:r>
          </a:p>
          <a:p>
            <a:r>
              <a:t>- Opportunity: Use controlled friction to keep users engaged</a:t>
            </a:r>
          </a:p>
          <a:p>
            <a:r>
              <a:t>- Next Steps:</a:t>
            </a:r>
          </a:p>
          <a:p>
            <a:r>
              <a:t>  • Audit uninstall/opt-out flows</a:t>
            </a:r>
          </a:p>
          <a:p>
            <a:r>
              <a:t>  • Apply reactivation loops ethically</a:t>
            </a:r>
          </a:p>
          <a:p>
            <a:r>
              <a:t>  • Train solution architects in retention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Hidden Playbook of Data Withholding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Telcos Monetize Scarcity &amp; Control</a:t>
            </a:r>
          </a:p>
          <a:p>
            <a:r>
              <a:t>Turning Network Management into a Billion-Dollar Retention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(User Perspective)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Customers buy large bundles, but still face:</a:t>
            </a:r>
          </a:p>
          <a:p>
            <a:r>
              <a:t>  • Data withholding at intervals</a:t>
            </a:r>
          </a:p>
          <a:p>
            <a:r>
              <a:t>  • Slow speeds despite active subscriptions</a:t>
            </a:r>
          </a:p>
          <a:p>
            <a:r>
              <a:t>  • Sudden disconnections / reconnections</a:t>
            </a:r>
          </a:p>
          <a:p>
            <a:r>
              <a:t>- Creates frustration but also predictable responses (topping up, upgrading).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Mechanisms Behind Withholding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Network Throttling – slows usage after hidden thresholds</a:t>
            </a:r>
          </a:p>
          <a:p>
            <a:r>
              <a:t>- Deep Packet Inspection (DPI) – prioritizes browsing over streaming</a:t>
            </a:r>
          </a:p>
          <a:p>
            <a:r>
              <a:t>- Session Timeouts – forced disconnects to regulate bandwidth</a:t>
            </a:r>
          </a:p>
          <a:p>
            <a:r>
              <a:t>- Fair Usage Policies (FUP) – 'unlimited' plans with hidden caps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Scarcity Loop → withholding triggers urgency to top-up</a:t>
            </a:r>
          </a:p>
          <a:p>
            <a:r>
              <a:t>- Psychological Lock-In → customers pay more rather than churn</a:t>
            </a:r>
          </a:p>
          <a:p>
            <a:r>
              <a:t>- Segmented Upselling → heavy users pushed into premium/business plans</a:t>
            </a:r>
          </a:p>
          <a:p>
            <a:r>
              <a:t>- Churn Prediction → behavior at frustration points informs predictive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Cross-Industry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Telecoms → maximize ARPU, manage congestion, retain users</a:t>
            </a:r>
          </a:p>
          <a:p>
            <a:r>
              <a:t>- SaaS (Salesforce, Dropbox, Slack, Zoom) → apply controlled friction to upsell</a:t>
            </a:r>
          </a:p>
          <a:p>
            <a:r>
              <a:t>- Cloud Providers (AWS, Oracle) → free-tier limits nudge upgrades</a:t>
            </a:r>
          </a:p>
          <a:p>
            <a:r>
              <a:t>- Entrepreneurs → adapt model for subscription apps &amp; digital products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Insights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Insight: Withholding is not failure — it’s deliberate retention engineering</a:t>
            </a:r>
          </a:p>
          <a:p>
            <a:r>
              <a:t>- Opportunity: Companies can replicate MTN’s playbook ethically to drive growth</a:t>
            </a:r>
          </a:p>
          <a:p>
            <a:r>
              <a:t>- Next Steps for Partners/Employers:</a:t>
            </a:r>
          </a:p>
          <a:p>
            <a:r>
              <a:t>  • Audit current retention mechanics</a:t>
            </a:r>
          </a:p>
          <a:p>
            <a:r>
              <a:t>  • Apply controlled scarcity + upsell loops</a:t>
            </a:r>
          </a:p>
          <a:p>
            <a:r>
              <a:t>  • Train solution architects to balance satisfaction + monetization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