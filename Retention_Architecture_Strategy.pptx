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83360"/>
            <a:ext cx="7772400" cy="1470025"/>
          </a:xfrm>
        </p:spPr>
        <p:txBody>
          <a:bodyPr/>
          <a:lstStyle/>
          <a:p>
            <a:r>
              <a:t>Persistence Marketing &amp; Retention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/>
          <a:p>
            <a:r>
              <a:t>From Consumer Dark Patterns to Ethical Enterprise Stickiness</a:t>
            </a:r>
          </a:p>
          <a:p/>
          <a:p>
            <a:r>
              <a:t>Framework for boosting retention, reducing churn, and increasing enterprise value.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Customer Churn &amp; Retention Pressure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23232"/>
                </a:solidFill>
              </a:defRPr>
            </a:pPr>
            <a:r>
              <a:t>SaaS &amp; cloud businesses lose millions annually due to churn.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Acquisition is costly; retention is the growth multiplier.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Current strategies (notifications, discounts) are not enough.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Need for architectural retention models, not surface tactics.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Consumer App Tactics (WPS Office)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23232"/>
                </a:solidFill>
              </a:defRPr>
            </a:pPr>
            <a:r>
              <a:t>Auto-reinstallation ensures continuous presence.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Bundling/OEM deals → massive pre-install penetration.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User frustration → eventual tolerance/adoption.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Telemetry collection even when 'unused'.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KPI Impact: Inflated MAUs/DAUs, stronger conversion funnel.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SaaS Parallel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23232"/>
                </a:solidFill>
              </a:defRPr>
            </a:pPr>
            <a:r>
              <a:t>Consumer Tactic: Forced reinstalls → Enterprise: Cloud lock-in (AWS S3, Salesforce CRM).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Consumer Tactic: Bundling with hardware → Enterprise: Embedded workflows &amp; integrations.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Consumer Tactic: User annoyance → Enterprise: High switching costs.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Consumer Tactic: Data collection in background → Enterprise: Continuous analytics.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Consumer Tactic: Multiple touchpoints → Enterprise: Automated CRM re-engagement journeys.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23232"/>
                </a:solidFill>
              </a:defRPr>
            </a:pPr>
            <a:r>
              <a:t>Architectural Stickiness: make leaving expensive, staying natural.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CRM Automation: mirror 'reinstall touchpoints' via re-engagement.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Investor Optics: retention stability boosts valuations.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Ethics vs. Dark Patterns: build trust while sustaining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 for </a:t>
            </a:r>
            <a:r>
              <a:rPr lang="en-US"/>
              <a:t>salesforce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23232"/>
                </a:solidFill>
              </a:defRPr>
            </a:pPr>
            <a:r>
              <a:t>Translate consumer persistence models → enterprise SaaS retention.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Build a Retention Architecture Playbook.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Outcomes: lower churn, stronger CLV, competitive edge.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Closing: 'I’d be glad to share this framework in detail and explore how it can support growth objectives.'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1777</Words>
  <Application>WPS Presentation</Application>
  <PresentationFormat>On-screen Show (4:3)</PresentationFormat>
  <Paragraphs>43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Persistence Marketing &amp; Retention Architecture</vt:lpstr>
      <vt:lpstr>The Problem: Customer Churn &amp; Retention Pressure</vt:lpstr>
      <vt:lpstr>Case Study: Consumer App Tactics (WPS Office)</vt:lpstr>
      <vt:lpstr>Enterprise SaaS Parallel</vt:lpstr>
      <vt:lpstr>Strategic Implications</vt:lpstr>
      <vt:lpstr>The Opportunity for [Target Company]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NATURE</cp:lastModifiedBy>
  <cp:revision>3</cp:revision>
  <dcterms:created xsi:type="dcterms:W3CDTF">2013-01-27T09:14:00Z</dcterms:created>
  <dcterms:modified xsi:type="dcterms:W3CDTF">2025-09-10T04:09:40Z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94E2E38CC2F1480FA1FD0C17A0AEB1DE_12</vt:lpwstr>
  </property>
  <property fmtid="{D5CDD505-2E9C-101B-9397-08002B2CF9AE}" pid="3" name="KSOProductBuildVer">
    <vt:lpwstr>1033-12.2.0.22549</vt:lpwstr>
  </property>
</Properties>
</file>